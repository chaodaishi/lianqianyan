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版式 title：主标题=知识点名称（54pt）；副标题=「章节主题 · 课堂演示」；琥珀色徽标文字固定为「课程材料驱动生成」。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版式 content（目标页）：每行 = 一个可检验的学习目标；编号方块 01/02/03，行间用发丝线分隔。生成时按章节数量增删行。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版式 content（卡片页）：每张卡片 = 短语标题 + 一句说明（说明≤16字）。适合并列概念；卡片数量 ≤6 时用双列，更多改用纯列表页。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版式 question：每行 = 一道开放问题（≤30字），Q 徽标用琥珀色；底部提示语固定。生成时取前 3 个章节各出一题。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版式 summary：左栏（浅紫底）=按章节复述；右栏（描边框）=下一步动作，每条一个可执行动作。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版式 sources（深色收尾）：逐行列出真实来源章节，斜体固定句「所有内容均来自这些课程章节」。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023360" cy="4023360"/>
          </a:xfrm>
          <a:prstGeom prst="ellipse">
            <a:avLst/>
          </a:prstGeom>
          <a:solidFill>
            <a:srgbClr val="7C6FF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754880"/>
            <a:ext cx="3108960" cy="3108960"/>
          </a:xfrm>
          <a:prstGeom prst="ellipse">
            <a:avLst/>
          </a:prstGeom>
          <a:solidFill>
            <a:srgbClr val="5B4DC7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涟千言 · 小涟学姐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1883664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470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课程材料驱动生成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395728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死锁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66928" y="352958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进程同步的关键难题 · 课堂演示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62544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内容只来自课程材料章节，不补充外部事实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29184"/>
            <a:ext cx="10671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AF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4D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08176" y="1499616"/>
            <a:ext cx="10213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能说出死锁的定义并区分阻塞与饥饿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408176" y="2542032"/>
            <a:ext cx="10213848" cy="0"/>
          </a:xfrm>
          <a:prstGeom prst="line">
            <a:avLst/>
          </a:prstGeom>
          <a:noFill/>
          <a:ln w="9525">
            <a:solidFill>
              <a:srgbClr val="E3DE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87121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AF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4D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08176" y="2798064"/>
            <a:ext cx="10213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能推导四个必要条件，并举出一个反例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408176" y="3840480"/>
            <a:ext cx="10213848" cy="0"/>
          </a:xfrm>
          <a:prstGeom prst="line">
            <a:avLst/>
          </a:prstGeom>
          <a:noFill/>
          <a:ln w="9525">
            <a:solidFill>
              <a:srgbClr val="E3DE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416966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169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4D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08176" y="4096512"/>
            <a:ext cx="10213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能比较预防、避免、检测三种策略的代价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涟千言 · 课程材料驱动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29184"/>
            <a:ext cx="10671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四个必要条件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23036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2F6B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83664"/>
            <a:ext cx="146304" cy="146304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73736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2267712"/>
            <a:ext cx="4334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资源一次只能被一个进程占有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517904"/>
            <a:ext cx="523036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2F6B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37376" y="1883664"/>
            <a:ext cx="146304" cy="146304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73736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占有并等待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9984" y="2267712"/>
            <a:ext cx="4334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持有资源的同时继续申请新资源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584448"/>
            <a:ext cx="523036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2F6B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77824" y="3950208"/>
            <a:ext cx="146304" cy="146304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3803904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不可剥夺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0432" y="4334256"/>
            <a:ext cx="4334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资源只能由占有者主动释放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584448"/>
            <a:ext cx="523036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2F6B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3950208"/>
            <a:ext cx="146304" cy="146304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18" name="Text 16"/>
          <p:cNvSpPr/>
          <p:nvPr/>
        </p:nvSpPr>
        <p:spPr>
          <a:xfrm>
            <a:off x="6729984" y="3803904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循环等待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9984" y="4334256"/>
            <a:ext cx="4334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等待链首尾相接形成环路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涟千言 · 课程材料驱动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29184"/>
            <a:ext cx="10671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课堂检查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DF0D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53312" y="1572768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为什么“循环等待”成立还需要“不可剥夺”才可能死锁？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DF0D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52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53312" y="2798064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银行家算法在什么情况下会拒绝一次资源申请？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4078224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DF0D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0782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53312" y="4023360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死锁检测恢复后，被剥夺资源的进程会发生什么？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596188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先让学生回答，再展示对应章节要点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涟千言 · 课程材料驱动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29184"/>
            <a:ext cx="10671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总结与下一步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D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本节回顾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" y="1956816"/>
            <a:ext cx="5669280" cy="3566160"/>
          </a:xfrm>
          <a:prstGeom prst="rect">
            <a:avLst/>
          </a:prstGeom>
          <a:solidFill>
            <a:srgbClr val="EDEAFE">
              <a:alpha val="5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2176272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死锁 = 相互等待，整体无法推进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四条件缺一不可，破坏其一即可预防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策略选择取决于系统代价偏好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下一步建议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1956816"/>
            <a:ext cx="5074920" cy="3566160"/>
          </a:xfrm>
          <a:prstGeom prst="roundRect">
            <a:avLst>
              <a:gd name="adj" fmla="val 3077"/>
            </a:avLst>
          </a:prstGeom>
          <a:ln w="12700">
            <a:solidFill>
              <a:srgbClr val="D8D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176272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完成「检测与解除」章节自测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用银行家算法手工演算一个安全序列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2E28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进入考试中心的进程同步专项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涟千言 · 课程材料驱动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120640"/>
            <a:ext cx="3291840" cy="3291840"/>
          </a:xfrm>
          <a:prstGeom prst="ellipse">
            <a:avLst/>
          </a:prstGeom>
          <a:solidFill>
            <a:srgbClr val="5B4DC7">
              <a:alpha val="2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课程来源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50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C9C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 · 死锁：定义与判断 / 四个必要条件 / 死锁预防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C9C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 · 死锁：死锁避免与银行家算法 / 检测与解除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C9C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 · 死锁：例子、误区与自测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所有内容均来自这些课程章节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涟千言 · 小涟学姐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涟千言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涟千言课堂模板</dc:title>
  <dc:subject>涟千言课堂演示文稿模板</dc:subject>
  <dc:creator>涟千言 · 小涟学姐</dc:creator>
  <cp:lastModifiedBy>涟千言 · 小涟学姐</cp:lastModifiedBy>
  <cp:revision>1</cp:revision>
  <dcterms:created xsi:type="dcterms:W3CDTF">2026-08-30T07:11:32Z</dcterms:created>
  <dcterms:modified xsi:type="dcterms:W3CDTF">2026-08-30T07:11:32Z</dcterms:modified>
</cp:coreProperties>
</file>